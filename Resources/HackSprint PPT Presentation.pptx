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SemiBold-italic.fntdata"/><Relationship Id="rId14" Type="http://schemas.openxmlformats.org/officeDocument/2006/relationships/font" Target="fonts/PlayfairDisplaySemiBold-bold.fntdata"/><Relationship Id="rId17" Type="http://customschemas.google.com/relationships/presentationmetadata" Target="metadata"/><Relationship Id="rId16" Type="http://schemas.openxmlformats.org/officeDocument/2006/relationships/font" Target="fonts/PlayfairDispl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8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9" Type="http://schemas.openxmlformats.org/officeDocument/2006/relationships/image" Target="../media/image2.png"/><Relationship Id="rId15" Type="http://schemas.openxmlformats.org/officeDocument/2006/relationships/image" Target="../media/image16.png"/><Relationship Id="rId14" Type="http://schemas.openxmlformats.org/officeDocument/2006/relationships/image" Target="../media/image7.png"/><Relationship Id="rId17" Type="http://schemas.openxmlformats.org/officeDocument/2006/relationships/image" Target="../media/image9.png"/><Relationship Id="rId16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18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205192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YOUR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NAME: </a:t>
            </a:r>
            <a:endParaRPr/>
          </a:p>
          <a:p>
            <a:pPr indent="0" lvl="0" marL="0" marR="0" rtl="0" algn="just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just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0751308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5533771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